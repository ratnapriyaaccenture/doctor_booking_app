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DocBook
Complete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Doctor Booking &amp; Appointment App — All Features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App Feature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Home /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Doctor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Booking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Payment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My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Search + 3-axis filter, 37 doctors, 8 cities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Profile, qualifications, time slots, consultation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Type select, date picker, time grid, GST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UPI (QR+ID), Card (saved+new), Wallet, Net Banking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Animated success, booking summary, transaction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Status-tracked dashboard with 4 booking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Complete User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Browse &amp; filter
37 doctors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View doctor
details &amp;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Date, time &amp;
consult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UPI / Card /
Wallet / Bank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Booking ID
&amp;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4440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My Bookings
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Technology &amp; Data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Flutter 3 + 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Material Design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37 Doctors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8 Cities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8 Specialties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4 Payment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Cross-platform mobile (iOS + Android + Web)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Google Fonts Poppins, animated containers, custom painters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Ratings 4.4–4.9★, fees ₹500–₹1500, experience 8–25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Mumbai, Delhi, Bangalore, Chennai, Hyderabad, Pune, Kolkata, Ahmedabad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Cardiology, Dermatology, Pediatrics, Orthopedic, Gynecology, Neurology, Psychiatry, Ophthalmology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UPI + QR Code, Debit/Credit Card, Digital Wallets, Net Banking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🎨  Color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Primary Blue #1A73E8 — app bars, buttons, selected chips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Primary Dark #1557B0 — gradients, pressed/hover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Secondary Green #34A853 — success, pay button,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Accent Red #FF6B6B — alerts, cancel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Background #F8F9FA — screen backgrounds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Surface White #FFFFFF — cards, form containers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Text Primary #1A1A2E — headings and body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Text Secondary #6B7280 — subtitles, hints,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31536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Star Gold #FBBC04 — star rating indicators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