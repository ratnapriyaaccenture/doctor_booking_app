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25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Payment Screen
4 Payment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UPI · Card · Wallet · Net Banking — Secure Checkout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💳  Payment Screen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Order summary card (gradient): Doctor, type, date/time, total with GST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'Secure' badge with lock icon in app 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4 payment method tabs: UPI | Card | Wallet | Net Banking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Dynamic form area changes based on selected payment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Pay button shows total amount: 'Pay ₹X Securely'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2-second processing animation with spinner on pay tap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On success → navigates to Confirmation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Payment Method 1 — UPI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QR Code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UPI ID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Supported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UPI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Custom-painted QR code in app (no external image)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Text field: yourname@upi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Google Pay, PhonePe, Paytm, BHIM UPI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docbook@ybl (shown below QR)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Payment Method 2 —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Saved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Card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Card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Holder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Expiry + CVV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2 pre-saved: Visa •••• 4242 · Mastercard •••• 8888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Live gradient card preview updates as user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16-digit field with placeholder •••• •••• •••• ••••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Name on card (auto-capitalised in preview)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MM/YY + obscured CVV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Payment Method 3 &amp; 4 — Wallet &amp; Net Banking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Wallet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Bank /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Paytm Wallet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PhonePe Wallet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Google Pay 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Amazon Pay Wallet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Net Banking — 6 Banks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Color: #00BAF2 — wallet icon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Color: #5F259F — phone 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Color: #4285F4 — G 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Color: #FF9900 — shopping bag 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SBI · HDFC · ICICI · Axis · Kotak · Bank of Baroda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65760"/>
            <a:ext cx="4114800" cy="6126480"/>
          </a:xfrm>
          <a:prstGeom prst="rect">
            <a:avLst/>
          </a:prstGeom>
          <a:solidFill>
            <a:srgbClr val="222233"/>
          </a:solidFill>
          <a:ln w="12700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1960" y="868680"/>
            <a:ext cx="3657600" cy="5212080"/>
          </a:xfrm>
          <a:prstGeom prst="rect">
            <a:avLst/>
          </a:prstGeom>
          <a:solidFill>
            <a:srgbClr val="5F2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4840" y="1325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Payment Screen
(UPI | Card | Wallet | Net Banking)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assets/screenshots/payment_upi.png  |  payment_card.png  |  payment_wallet.png  |  payment_netbanking.png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DDFF"/>
                </a:solidFill>
                <a:latin typeface="Calibri"/>
              </a:rPr>
              <a:t>[ Screenshot: Place actual screenshot here — assets/screenshots/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