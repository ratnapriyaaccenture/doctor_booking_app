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7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0" y="274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Calibri"/>
              </a:rPr>
              <a:t>DocBook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Doctor Discovery
&amp;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CCDDFF"/>
                </a:solidFill>
                <a:latin typeface="Calibri"/>
              </a:rPr>
              <a:t>Home Screen — Browse, Filter &amp; Find Specialists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263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DocBook — Doctor Booking &amp; Appointment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🏠 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Entry point of the app — displays all 37 available doctors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Real-time search by doctor name, specialty, or hospital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Multi-filter system: City × Specialty × Rating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Live result count updates as filters 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Empty state with 'Clear Filters' recovery shortcut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Tap any card to open the full Doctor Detail profile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Quick access to My Bookings via top-right calendar icon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Search &amp; Filter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530352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618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Filter 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26187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Search 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34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City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52343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Specialty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91255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Rating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30167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Clear All Button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690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• Results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7451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Searches name, specialty &amp; hospital in real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1343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8 cities: Mumbai, Delhi, Bangalore, Chennai, Hyderabad, Pune, Kolkata, Ahmedabad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752343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8 specialties: Cardiology, Dermatology, Pediatrics, Orthopedic, Gynecology, Neurology, Psychiatry, Ophthalmology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91255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Options: All / 3★+ / 3.5★+ / 4★+ / 4.5★+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30167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Resets all filters and shows full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7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2E"/>
                </a:solidFill>
                <a:latin typeface="Calibri"/>
              </a:rPr>
              <a:t>→ Live count of matching doctors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🩺  Doctor Card — Information Shown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62763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Color-coded avatar with doctor initials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Full name and medical specialty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578608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05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Years of clinical experience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054096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Star rating (4.4 – 4.9) with patient review count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29584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45643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Hospital name and city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005072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Consultation fee in ₹ (₹500 – ₹1,500)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3716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2E"/>
                </a:solidFill>
                <a:latin typeface="Calibri"/>
              </a:rPr>
              <a:t>Tap card → opens Doctor Detail Screen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23360" y="365760"/>
            <a:ext cx="4114800" cy="6126480"/>
          </a:xfrm>
          <a:prstGeom prst="rect">
            <a:avLst/>
          </a:prstGeom>
          <a:solidFill>
            <a:srgbClr val="222233"/>
          </a:solidFill>
          <a:ln w="12700">
            <a:solidFill>
              <a:srgbClr val="4455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1960" y="868680"/>
            <a:ext cx="3657600" cy="5212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434840" y="132588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Home Screen
Doctor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63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  <a:latin typeface="Calibri"/>
              </a:rPr>
              <a:t>assets/screenshots/home_screen.png  |  assets/screenshots/home_filtered.png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525780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DDDDFF"/>
                </a:solidFill>
                <a:latin typeface="Calibri"/>
              </a:rPr>
              <a:t>[ Screenshot: Place actual screenshot here — assets/screenshots/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User Journey from Home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Home screen
loads 37 doctors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 / Filter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Apply city,
specialty, rating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Browse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Live-updated
doctor cards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Select Doctor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2860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A73E8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Tap card to
open profile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66960" y="1828800"/>
            <a:ext cx="1737360" cy="1280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87452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29184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2E"/>
                </a:solidFill>
                <a:latin typeface="Calibri"/>
              </a:rPr>
              <a:t>Proceed to
appointment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