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5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Calibri"/>
              </a:rPr>
              <a:t>DocBook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My Bookings
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CDDFF"/>
                </a:solidFill>
                <a:latin typeface="Calibri"/>
              </a:rPr>
              <a:t>View &amp; Manage All Appointments — Status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263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DocBook — Doctor Booking &amp; Appointment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📋  My Bookings Screen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27632"/>
            <a:ext cx="137160" cy="1371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Lists all booked appointments in reverse-chronological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137160" cy="1371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Each booking card shows full appointment at a glance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78608"/>
            <a:ext cx="137160" cy="1371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0545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Color-coded status badge: Confirmed (green) · Pending (yellow) · Cancelled (red) · Completed (gray)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54096"/>
            <a:ext cx="137160" cy="1371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8094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Doctor name, specialty, and hospital on each card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9584"/>
            <a:ext cx="137160" cy="1371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56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Consultation type shown with icon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05072"/>
            <a:ext cx="137160" cy="1371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Formatted appointment date and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137160" cy="1371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074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Amount paid on the card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56048"/>
            <a:ext cx="137160" cy="1371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8289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Empty state when no bookings exist with link to Browse Doctors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Booking Card Fields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303520" cy="4572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5577840" cy="4572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Booking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34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3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Doctor 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91255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Consultation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30167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0799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Amount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8745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Unique 8-char ID in card header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1343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Confirmed / Pending / Cancelled / Completed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5234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Name, specialty, hospital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19125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Icon + label: In-Person / Video / 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63016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Formatted date: Mon, Jan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690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e.g., 10:00 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50799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₹X (total including GST)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Booking Status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303520" cy="4572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5577840" cy="4572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Meaning &amp; Badge Color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Confirmed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34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Pending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3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Cancelled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91255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Green badge — payment received, appointment scheduled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1343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Yellow badge — awaiting confirmation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5234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Red badge — appointment was cancelled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19125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Gray badge — appointment completed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0" y="365760"/>
            <a:ext cx="4114800" cy="6126480"/>
          </a:xfrm>
          <a:prstGeom prst="rect">
            <a:avLst/>
          </a:prstGeom>
          <a:solidFill>
            <a:srgbClr val="222233"/>
          </a:solidFill>
          <a:ln w="12700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51960" y="868680"/>
            <a:ext cx="3657600" cy="52120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34840" y="1325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My Bookings
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636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Calibri"/>
              </a:rPr>
              <a:t>assets/screenshots/my_bookings.png  |  assets/screenshots/my_bookings_empty.png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5257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DDDFF"/>
                </a:solidFill>
                <a:latin typeface="Calibri"/>
              </a:rPr>
              <a:t>[ Screenshot: Place actual screenshot here — assets/screenshots/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