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Appointment
Booking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Choose Consultation Type · Date · Time Slot · Proceed to Payment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📅  Booking Screen Sections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Doctor summary bar: Name, specialty &amp; hospital for quick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Consultation Type selector (In-Person / Video / Phone) with dynamic pricing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Horizontal date picker showing next 14 available 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Time slot grid — only shown once a date is selected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Fee Breakdown panel: Base fee + 18% GST =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'Proceed to Payment' button — enabled only when date &amp; time are chosen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Consultation Types &amp; Dynamic 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Pricing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In-Person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Video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Phone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GST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Button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Full base fee (100%) — e.g., ₹900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80% of base fee — e.g., ₹720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60% of base fee — e.g., ₹540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18% applied on selected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Fee + GST shown live in breakdown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Disabled until date AND time are both selected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🕐  Date &amp; Time Slot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Date picker is a horizontally scrollable row of chips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Shows next 14 dates starting from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Only dates matching doctor's available days are shown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Each chip displays: Day abbreviation (Mon), Date number,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Selected date is highlighted in primary blue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Time slot grid appears below after a date is tapped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Slots show times like 09:00 AM, 10:00 AM … 05:00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56048"/>
            <a:ext cx="137160" cy="137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8289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Selected slot is highlighted; only one slot can be chosen at a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Booking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assets/screenshots/booking_screen.png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Booking Flow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Choose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A5E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In-Person /
Video / 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737360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Pick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A5E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Next 14 dates
scroll left-right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1737360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Pick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A5E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Grid of
time slots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828800"/>
            <a:ext cx="1737360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Review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7A5E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Base + GST
breakdown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1737360" cy="1280160"/>
          </a:xfrm>
          <a:prstGeom prst="rect">
            <a:avLst/>
          </a:prstGeom>
          <a:solidFill>
            <a:srgbClr val="007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Proceed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Go to
Payment Screen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