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4E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DocBook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Doctor Profile
Detail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DFF"/>
                </a:solidFill>
                <a:latin typeface="Calibri"/>
              </a:rPr>
              <a:t>Full Doctor Information — Qualifications, Slots &amp; Booking CTA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DocBook — Doctor Booking &amp; Appointment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👨‍⚕️  What's Displayed on the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Gradient header with large color-coded initials avatar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Full name, medical specialty, and qualifications (e.g., MBBS, MD, DM)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Star rating (out of 5) with total patient review 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54096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Hospital name with map pin icon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9584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Three-stat row: Years of experience · Patients served · Consultation fee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Detailed 'About' bio describing expertise and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Available working days shown as interactive chips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56048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828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Time slot grid for the selected 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31536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583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Consultation type options: In-Person / Video / Phone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907024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33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Book Appointment CTA button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Doctor Data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Data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Values /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Qualifications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Rating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016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Consultation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Available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0799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Time Slots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4690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Consultation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e.g., MBBS, MD (Cardiology), DM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4.4 – 4.9 ⭐ with 98–567 patient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8 – 25 years of clinical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Named real hospital in chosen 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3016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₹500 – ₹1,500 base fee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0690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Mon – Sat patterns (varies per doctor)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50799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4–6 slots per day (9:00 AM – 6:00 PM range)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94690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In-Person · Video Call · Phone Call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💼  Consultation Types &amp; Pricing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In-Person Consultation → 100% of base fee  (e.g., ₹900)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Video Call Consultation → 80% of base fee  (e.g., ₹720)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Phone Call Consultation → 60% of base fee  (e.g., ₹540)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54096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Pricing is dynamically calculated on the Booking Screen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9584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All types include 18% GST added at checkout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Doctor's available days restrict the date picker in Booking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37160" cy="13716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Patient can review all info before committing to 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0" y="365760"/>
            <a:ext cx="4114800" cy="6126480"/>
          </a:xfrm>
          <a:prstGeom prst="rect">
            <a:avLst/>
          </a:prstGeom>
          <a:solidFill>
            <a:srgbClr val="222233"/>
          </a:solidFill>
          <a:ln w="12700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51960" y="868680"/>
            <a:ext cx="3657600" cy="5212080"/>
          </a:xfrm>
          <a:prstGeom prst="rect">
            <a:avLst/>
          </a:prstGeom>
          <a:solidFill>
            <a:srgbClr val="1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34840" y="1325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Doctor
Detail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assets/screenshots/doctor_detail.png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DDFF"/>
                </a:solidFill>
                <a:latin typeface="Calibri"/>
              </a:rPr>
              <a:t>[ Screenshot: Place actual screenshot here — assets/screenshots/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