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A8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Booking
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Success Animation · Booking Summary · Navigation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✅  Confirmation Screen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Animated checkmark icon — scale + fade-in animation on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Large 'Booking Confirmed!' heading in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Unique 8-character alphanumeric Booking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Doctor name, specialty, and hospital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Appointment date (formatted: Mon, Jan 15)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Appointment time slot (e.g., 10:00 AM)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Consultation type (In-Person / Video Call / Phone Call)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Amount paid (including GST breakdown)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31536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Payment method and transaction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07024"/>
            <a:ext cx="13716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33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Two action buttons: Back to Home · View My Bookings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Booking ID &amp; Transaction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Format /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Booking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Transaction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Date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Payment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8-char UUID segment — e.g., A3F7BC12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TXN + Unix timestamp millis — e.g., TXN1715123456789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Confirmed (green badge)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EEE, MMM d — e.g., Mon, Jan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Total with 18% GST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UPI / Card / Wallet / Net Banking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Confirmation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assets/screenshots/confirmation_screen.png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